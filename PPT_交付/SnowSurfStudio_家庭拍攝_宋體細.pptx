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image" Target="../media/image-1-2.png"/><Relationship Id="rId5" Type="http://schemas.openxmlformats.org/officeDocument/2006/relationships/image" Target="../media/image-1-2.png"/><Relationship Id="rId6" Type="http://schemas.openxmlformats.org/officeDocument/2006/relationships/image" Target="../media/image-1-2.png"/><Relationship Id="rId7" Type="http://schemas.openxmlformats.org/officeDocument/2006/relationships/image" Target="../media/image-1-2.png"/><Relationship Id="rId8" Type="http://schemas.openxmlformats.org/officeDocument/2006/relationships/image" Target="../media/image-1-2.png"/><Relationship Id="rId9" Type="http://schemas.openxmlformats.org/officeDocument/2006/relationships/image" Target="../media/image-1-2.png"/><Relationship Id="rId10" Type="http://schemas.openxmlformats.org/officeDocument/2006/relationships/image" Target="../media/image-1-2.png"/><Relationship Id="rId11" Type="http://schemas.openxmlformats.org/officeDocument/2006/relationships/image" Target="../media/image-1-2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jp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ader_mt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0"/>
            <a:ext cx="5852160" cy="2148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" y="2286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SNOWSURF STUDIO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2057400" y="320040"/>
            <a:ext cx="457200" cy="0"/>
          </a:xfrm>
          <a:prstGeom prst="line">
            <a:avLst/>
          </a:prstGeom>
          <a:noFill/>
          <a:ln w="6350">
            <a:solidFill>
              <a:srgbClr val="9FB0C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651760" y="228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FAMILY SNOW PHOTO SESSION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57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FFFFFF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家庭與雪場</a:t>
            </a:r>
            <a:pPr indent="0" marL="0">
              <a:buNone/>
            </a:pPr>
            <a:r>
              <a:rPr lang="en-US" sz="2900" dirty="0">
                <a:solidFill>
                  <a:srgbClr val="5EC8F0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人像拍攝</a:t>
            </a:r>
            <a:endParaRPr lang="en-US" sz="29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10241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9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FAMILY  ·  MEMORIES ON SNOW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65760" y="1298448"/>
            <a:ext cx="0" cy="201168"/>
          </a:xfrm>
          <a:prstGeom prst="line">
            <a:avLst/>
          </a:prstGeom>
          <a:noFill/>
          <a:ln w="19050">
            <a:solidFill>
              <a:srgbClr val="5EC8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" y="12984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帶孩子第一次看雪，也把全家人的笑容一起留下來。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365760" y="17830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FAMILY PORTRAIT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2011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家庭人像拍攝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65760" y="2404872"/>
            <a:ext cx="2606040" cy="0"/>
          </a:xfrm>
          <a:prstGeom prst="line">
            <a:avLst/>
          </a:prstGeom>
          <a:noFill/>
          <a:ln w="6350">
            <a:solidFill>
              <a:srgbClr val="24405E"/>
            </a:solidFill>
            <a:prstDash val="solid"/>
          </a:ln>
        </p:spPr>
      </p:sp>
      <p:pic>
        <p:nvPicPr>
          <p:cNvPr id="13" name="Image 1" descr="ic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60320"/>
            <a:ext cx="137160" cy="1371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94360" y="253288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2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雪地全家福合照</a:t>
            </a:r>
            <a:endParaRPr lang="en-US" sz="1050" dirty="0"/>
          </a:p>
        </p:txBody>
      </p:sp>
      <p:pic>
        <p:nvPicPr>
          <p:cNvPr id="15" name="Image 2" descr="ic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889504"/>
            <a:ext cx="137160" cy="1371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94360" y="286207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2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親子 × 雪山合影</a:t>
            </a:r>
            <a:endParaRPr lang="en-US" sz="1050" dirty="0"/>
          </a:p>
        </p:txBody>
      </p:sp>
      <p:pic>
        <p:nvPicPr>
          <p:cNvPr id="17" name="Image 3" descr="ic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218688"/>
            <a:ext cx="137160" cy="1371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94360" y="319125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2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小朋友玩雪、第一次滑雪的瞬間</a:t>
            </a:r>
            <a:endParaRPr lang="en-US" sz="1050" dirty="0"/>
          </a:p>
        </p:txBody>
      </p:sp>
      <p:pic>
        <p:nvPicPr>
          <p:cNvPr id="19" name="Image 4" descr="ic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547872"/>
            <a:ext cx="137160" cy="13716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94360" y="352044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2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家人互動、牽手、自然聊天畫面</a:t>
            </a:r>
            <a:endParaRPr lang="en-US" sz="1050" dirty="0"/>
          </a:p>
        </p:txBody>
      </p:sp>
      <p:pic>
        <p:nvPicPr>
          <p:cNvPr id="21" name="Image 5" descr="ic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877056"/>
            <a:ext cx="137160" cy="13716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94360" y="384962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2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每位家人都有個人獨照</a:t>
            </a:r>
            <a:endParaRPr lang="en-US" sz="1050" dirty="0"/>
          </a:p>
        </p:txBody>
      </p:sp>
      <p:sp>
        <p:nvSpPr>
          <p:cNvPr id="23" name="Text 15"/>
          <p:cNvSpPr txBox="1"/>
          <p:nvPr/>
        </p:nvSpPr>
        <p:spPr>
          <a:xfrm>
            <a:off x="3200400" y="17830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SNOW DAY STORY</a:t>
            </a:r>
            <a:endParaRPr lang="en-US" sz="800" dirty="0"/>
          </a:p>
        </p:txBody>
      </p:sp>
      <p:sp>
        <p:nvSpPr>
          <p:cNvPr id="24" name="Text 16"/>
          <p:cNvSpPr txBox="1"/>
          <p:nvPr/>
        </p:nvSpPr>
        <p:spPr>
          <a:xfrm>
            <a:off x="3200400" y="2011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雪場回憶紀錄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3200400" y="2404872"/>
            <a:ext cx="2606040" cy="0"/>
          </a:xfrm>
          <a:prstGeom prst="line">
            <a:avLst/>
          </a:prstGeom>
          <a:noFill/>
          <a:ln w="6350">
            <a:solidFill>
              <a:srgbClr val="24405E"/>
            </a:solidFill>
            <a:prstDash val="solid"/>
          </a:ln>
        </p:spPr>
      </p:sp>
      <p:pic>
        <p:nvPicPr>
          <p:cNvPr id="26" name="Image 6" descr="ic_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2560320"/>
            <a:ext cx="137160" cy="13716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3429000" y="253288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2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穿裝備、準備出發</a:t>
            </a:r>
            <a:endParaRPr lang="en-US" sz="1050" dirty="0"/>
          </a:p>
        </p:txBody>
      </p:sp>
      <p:pic>
        <p:nvPicPr>
          <p:cNvPr id="28" name="Image 7" descr="ic_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2889504"/>
            <a:ext cx="137160" cy="13716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3429000" y="286207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2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纜車、雪道、山景等旅程畫面</a:t>
            </a:r>
            <a:endParaRPr lang="en-US" sz="1050" dirty="0"/>
          </a:p>
        </p:txBody>
      </p:sp>
      <p:pic>
        <p:nvPicPr>
          <p:cNvPr id="30" name="Image 8" descr="ic_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0" y="3218688"/>
            <a:ext cx="137160" cy="13716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3429000" y="319125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2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雪地玩耍、堆雪人等親子時光</a:t>
            </a:r>
            <a:endParaRPr lang="en-US" sz="1050" dirty="0"/>
          </a:p>
        </p:txBody>
      </p:sp>
      <p:pic>
        <p:nvPicPr>
          <p:cNvPr id="32" name="Image 9" descr="ic_che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0" y="3547872"/>
            <a:ext cx="137160" cy="13716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3429000" y="352044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2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休息區、午餐與生活感</a:t>
            </a:r>
            <a:endParaRPr lang="en-US" sz="1050" dirty="0"/>
          </a:p>
        </p:txBody>
      </p:sp>
      <p:pic>
        <p:nvPicPr>
          <p:cNvPr id="34" name="Image 10" descr="ic_chec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0" y="3877056"/>
            <a:ext cx="137160" cy="13716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3429000" y="384962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2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想拍的畫面可事前討論</a:t>
            </a:r>
            <a:endParaRPr lang="en-US" sz="1050" dirty="0"/>
          </a:p>
        </p:txBody>
      </p:sp>
      <p:sp>
        <p:nvSpPr>
          <p:cNvPr id="36" name="Shape 23"/>
          <p:cNvSpPr/>
          <p:nvPr/>
        </p:nvSpPr>
        <p:spPr>
          <a:xfrm>
            <a:off x="365760" y="4315968"/>
            <a:ext cx="5440680" cy="438912"/>
          </a:xfrm>
          <a:prstGeom prst="rect">
            <a:avLst/>
          </a:prstGeom>
          <a:solidFill>
            <a:srgbClr val="0F2640"/>
          </a:solidFill>
          <a:ln w="9525">
            <a:solidFill>
              <a:srgbClr val="2E6B8F"/>
            </a:solidFill>
            <a:prstDash val="solid"/>
          </a:ln>
        </p:spPr>
      </p:sp>
      <p:pic>
        <p:nvPicPr>
          <p:cNvPr id="37" name="Image 11" descr="ic_cam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0352" y="4434840"/>
            <a:ext cx="201168" cy="201168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841248" y="4315968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想留下全家人的雪季？　</a:t>
            </a:r>
            <a:pPr indent="0" marL="0">
              <a:buNone/>
            </a:pPr>
            <a:r>
              <a:rPr lang="en-US" sz="1200" dirty="0">
                <a:solidFill>
                  <a:srgbClr val="5EC8F0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私訊預約拍攝 ↓</a:t>
            </a:r>
            <a:endParaRPr lang="en-US" sz="1200" dirty="0"/>
          </a:p>
        </p:txBody>
      </p:sp>
      <p:pic>
        <p:nvPicPr>
          <p:cNvPr id="39" name="Image 12" descr="fam_ph.jp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6080760" y="1783080"/>
            <a:ext cx="2697480" cy="2971800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365760" y="49377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RIDE FURTHER · LIVE DEEPER</a:t>
            </a:r>
            <a:endParaRPr lang="en-US" sz="700" dirty="0"/>
          </a:p>
        </p:txBody>
      </p:sp>
      <p:sp>
        <p:nvSpPr>
          <p:cNvPr id="41" name="Text 26"/>
          <p:cNvSpPr txBox="1"/>
          <p:nvPr/>
        </p:nvSpPr>
        <p:spPr>
          <a:xfrm>
            <a:off x="6035040" y="49377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spc="300" kern="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@snowsurfstudio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2026-09-23T13:00:00Z</dcterms:created>
  <dcterms:modified xsi:type="dcterms:W3CDTF">2026-09-23T13:00:00Z</dcterms:modified>
</cp:coreProperties>
</file>