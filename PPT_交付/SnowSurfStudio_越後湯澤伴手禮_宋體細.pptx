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74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ECHIGO-YUZAWA  ·  SOUVENIR GUIDE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6492240" y="502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NIIGATA  ·  JAPAN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754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越後湯澤｜伴手禮 3 選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51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來到新潟，這三樣最有代表性：柿種辣油、新潟清酒、越光米。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84124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554480"/>
            <a:ext cx="2697480" cy="3154680"/>
          </a:xfrm>
          <a:prstGeom prst="rect">
            <a:avLst/>
          </a:prstGeom>
          <a:solidFill>
            <a:srgbClr val="0E2238"/>
          </a:solidFill>
          <a:ln w="9525">
            <a:solidFill>
              <a:srgbClr val="2E6B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" y="1664208"/>
            <a:ext cx="2478024" cy="1143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728216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300" kern="0" dirty="0">
                <a:solidFill>
                  <a:srgbClr val="4A6A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NIIGATA SPICY PICK</a:t>
            </a:r>
            <a:endParaRPr lang="en-US" sz="650" dirty="0"/>
          </a:p>
        </p:txBody>
      </p:sp>
      <p:pic>
        <p:nvPicPr>
          <p:cNvPr id="11" name="Image 1" descr="pr_j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71" y="1947672"/>
            <a:ext cx="836859" cy="8046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926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柿種蒜香辣油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2278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FB0C6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柿の種のオイル漬け｜にんにくラー油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502920" y="3474720"/>
            <a:ext cx="242316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新潟人氣土產｜柿種米果 × 蒜香辣油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酥脆柿種米果泡在蒜香辣油裡，香辣又有口感。拌白飯、豆腐、拉麵都很搭，體積小也好帶。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02920" y="4325112"/>
            <a:ext cx="0" cy="201168"/>
          </a:xfrm>
          <a:prstGeom prst="line">
            <a:avLst/>
          </a:prstGeom>
          <a:noFill/>
          <a:ln w="12700">
            <a:solidFill>
              <a:srgbClr val="5EC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BUY?｜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新潟味很明顯，送朋友也不容易踩雷。</a:t>
            </a:r>
            <a:endParaRPr lang="en-US" sz="680" dirty="0"/>
          </a:p>
        </p:txBody>
      </p:sp>
      <p:sp>
        <p:nvSpPr>
          <p:cNvPr id="20" name="Text 16"/>
          <p:cNvSpPr txBox="1"/>
          <p:nvPr/>
        </p:nvSpPr>
        <p:spPr>
          <a:xfrm>
            <a:off x="2377440" y="454456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/ 03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3223260" y="1554480"/>
            <a:ext cx="2697480" cy="3154680"/>
          </a:xfrm>
          <a:prstGeom prst="rect">
            <a:avLst/>
          </a:prstGeom>
          <a:solidFill>
            <a:srgbClr val="0E2238"/>
          </a:solidFill>
          <a:ln w="9525">
            <a:solidFill>
              <a:srgbClr val="2E6B8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1664208"/>
            <a:ext cx="2478024" cy="1143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424428" y="1728216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300" kern="0" dirty="0">
                <a:solidFill>
                  <a:srgbClr val="4A6A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NIIGATA SAKE</a:t>
            </a:r>
            <a:endParaRPr lang="en-US" sz="650" dirty="0"/>
          </a:p>
        </p:txBody>
      </p:sp>
      <p:pic>
        <p:nvPicPr>
          <p:cNvPr id="24" name="Image 2" descr="pr_s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776" y="1947672"/>
            <a:ext cx="536448" cy="80467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36042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726180" y="2926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八海山｜特別本釀造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3726180" y="32278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FB0C6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新潟清酒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3360420" y="3474720"/>
            <a:ext cx="242316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36042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新潟清酒代表｜淡麗、乾淨、順口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3360420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以新潟米與雪國水質釀造，口感清爽俐落。冷飲或溫燗都適合，也很適合作為正式伴手禮。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3360420" y="4325112"/>
            <a:ext cx="0" cy="201168"/>
          </a:xfrm>
          <a:prstGeom prst="line">
            <a:avLst/>
          </a:prstGeom>
          <a:noFill/>
          <a:ln w="12700">
            <a:solidFill>
              <a:srgbClr val="5EC8F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451860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BUY?｜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送長輩或日本酒愛好者，很有新潟代表性。</a:t>
            </a:r>
            <a:endParaRPr lang="en-US" sz="680" dirty="0"/>
          </a:p>
        </p:txBody>
      </p:sp>
      <p:sp>
        <p:nvSpPr>
          <p:cNvPr id="33" name="Text 28"/>
          <p:cNvSpPr txBox="1"/>
          <p:nvPr/>
        </p:nvSpPr>
        <p:spPr>
          <a:xfrm>
            <a:off x="5234940" y="454456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03</a:t>
            </a:r>
            <a:endParaRPr lang="en-US" sz="600" dirty="0"/>
          </a:p>
        </p:txBody>
      </p:sp>
      <p:sp>
        <p:nvSpPr>
          <p:cNvPr id="34" name="Shape 29"/>
          <p:cNvSpPr/>
          <p:nvPr/>
        </p:nvSpPr>
        <p:spPr>
          <a:xfrm>
            <a:off x="6080760" y="1554480"/>
            <a:ext cx="2697480" cy="3154680"/>
          </a:xfrm>
          <a:prstGeom prst="rect">
            <a:avLst/>
          </a:prstGeom>
          <a:solidFill>
            <a:srgbClr val="0E2238"/>
          </a:solidFill>
          <a:ln w="9525">
            <a:solidFill>
              <a:srgbClr val="2E6B8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190488" y="1664208"/>
            <a:ext cx="2478024" cy="1143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281928" y="1728216"/>
            <a:ext cx="2295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300" kern="0" dirty="0">
                <a:solidFill>
                  <a:srgbClr val="4A6A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KOSHIHIKARI RICE</a:t>
            </a:r>
            <a:endParaRPr lang="en-US" sz="650" dirty="0"/>
          </a:p>
        </p:txBody>
      </p:sp>
      <p:pic>
        <p:nvPicPr>
          <p:cNvPr id="37" name="Image 3" descr="pr_r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786" y="1947672"/>
            <a:ext cx="801427" cy="80467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21792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6583680" y="2926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新潟越光米</a:t>
            </a:r>
            <a:endParaRPr lang="en-US" sz="1450" dirty="0"/>
          </a:p>
        </p:txBody>
      </p:sp>
      <p:sp>
        <p:nvSpPr>
          <p:cNvPr id="40" name="Text 34"/>
          <p:cNvSpPr txBox="1"/>
          <p:nvPr/>
        </p:nvSpPr>
        <p:spPr>
          <a:xfrm>
            <a:off x="6583680" y="32278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FB0C6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新潟県産 こしひかり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6217920" y="3474720"/>
            <a:ext cx="242316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21792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新潟代表米｜光澤、Q 彈、自然甘甜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6217920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煮熟後米粒飽滿有光澤，黏度與甘味平衡。帶回家煮一鍋，就能把新潟的味道一起帶回去。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6217920" y="4325112"/>
            <a:ext cx="0" cy="201168"/>
          </a:xfrm>
          <a:prstGeom prst="line">
            <a:avLst/>
          </a:prstGeom>
          <a:noFill/>
          <a:ln w="12700">
            <a:solidFill>
              <a:srgbClr val="5EC8F0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309360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C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BUY?｜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實用、耐放，也是最不容易踩雷的伴手禮。</a:t>
            </a:r>
            <a:endParaRPr lang="en-US" sz="680" dirty="0"/>
          </a:p>
        </p:txBody>
      </p:sp>
      <p:sp>
        <p:nvSpPr>
          <p:cNvPr id="46" name="Text 40"/>
          <p:cNvSpPr txBox="1"/>
          <p:nvPr/>
        </p:nvSpPr>
        <p:spPr>
          <a:xfrm>
            <a:off x="8092440" y="454456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spc="1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03</a:t>
            </a:r>
            <a:endParaRPr lang="en-US" sz="600" dirty="0"/>
          </a:p>
        </p:txBody>
      </p:sp>
      <p:sp>
        <p:nvSpPr>
          <p:cNvPr id="47" name="Text 41"/>
          <p:cNvSpPr txBox="1"/>
          <p:nvPr/>
        </p:nvSpPr>
        <p:spPr>
          <a:xfrm>
            <a:off x="365760" y="4919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SNOWSURF STUDIO</a:t>
            </a:r>
            <a:endParaRPr lang="en-US" sz="700" dirty="0"/>
          </a:p>
        </p:txBody>
      </p:sp>
      <p:sp>
        <p:nvSpPr>
          <p:cNvPr id="48" name="Text 42"/>
          <p:cNvSpPr txBox="1"/>
          <p:nvPr/>
        </p:nvSpPr>
        <p:spPr>
          <a:xfrm>
            <a:off x="320040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@snowsurfstudio</a:t>
            </a:r>
            <a:endParaRPr lang="en-US" sz="700" dirty="0"/>
          </a:p>
        </p:txBody>
      </p:sp>
      <p:sp>
        <p:nvSpPr>
          <p:cNvPr id="49" name="Text 43"/>
          <p:cNvSpPr txBox="1"/>
          <p:nvPr/>
        </p:nvSpPr>
        <p:spPr>
          <a:xfrm>
            <a:off x="6035040" y="4919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 FURTHER · LIVE DEEPER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2026-09-23T12:52:15Z</dcterms:created>
  <dcterms:modified xsi:type="dcterms:W3CDTF">2026-09-23T12:52:15Z</dcterms:modified>
</cp:coreProperties>
</file>