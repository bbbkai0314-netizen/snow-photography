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jpg"/><Relationship Id="rId6" Type="http://schemas.openxmlformats.org/officeDocument/2006/relationships/image" Target="../media/image-1-6.jpg"/><Relationship Id="rId7" Type="http://schemas.openxmlformats.org/officeDocument/2006/relationships/image" Target="../media/image-1-7.jpg"/><Relationship Id="rId8" Type="http://schemas.openxmlformats.org/officeDocument/2006/relationships/image" Target="../media/image-1-8.jp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eader_mt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91840" y="0"/>
            <a:ext cx="5852160" cy="21488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65760" y="22860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9FB0C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SNOWSURF STUDIO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2057400" y="320040"/>
            <a:ext cx="457200" cy="0"/>
          </a:xfrm>
          <a:prstGeom prst="line">
            <a:avLst/>
          </a:prstGeom>
          <a:noFill/>
          <a:ln w="6350">
            <a:solidFill>
              <a:srgbClr val="9FB0C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2651760" y="2286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9FB0C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CONTACT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6949440" y="182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spc="300" kern="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MORE SNOW</a:t>
            </a:r>
            <a:endParaRPr lang="en-US" sz="750" dirty="0"/>
          </a:p>
          <a:p>
            <a:pPr algn="r" indent="0" marL="0">
              <a:buNone/>
            </a:pPr>
            <a:r>
              <a:rPr lang="en-US" sz="750" spc="300" kern="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BETTER MEMORIES.</a:t>
            </a:r>
            <a:endParaRPr lang="en-US" sz="750" dirty="0"/>
          </a:p>
        </p:txBody>
      </p:sp>
      <p:sp>
        <p:nvSpPr>
          <p:cNvPr id="7" name="Text 4"/>
          <p:cNvSpPr txBox="1"/>
          <p:nvPr/>
        </p:nvSpPr>
        <p:spPr>
          <a:xfrm>
            <a:off x="36576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dirty="0">
                <a:solidFill>
                  <a:srgbClr val="FFFFFF"/>
                </a:solidFill>
                <a:latin typeface="Songti TC Light" pitchFamily="34" charset="0"/>
                <a:ea typeface="Songti TC Light" pitchFamily="34" charset="-122"/>
                <a:cs typeface="Songti TC Light" pitchFamily="34" charset="-120"/>
              </a:rPr>
              <a:t>留下你的雪季，</a:t>
            </a:r>
            <a:pPr indent="0" marL="0">
              <a:buNone/>
            </a:pPr>
            <a:r>
              <a:rPr lang="en-US" sz="2900" dirty="0">
                <a:solidFill>
                  <a:srgbClr val="5EC8F0"/>
                </a:solidFill>
                <a:latin typeface="Songti TC Light" pitchFamily="34" charset="0"/>
                <a:ea typeface="Songti TC Light" pitchFamily="34" charset="-122"/>
                <a:cs typeface="Songti TC Light" pitchFamily="34" charset="-120"/>
              </a:rPr>
              <a:t>從這裡開始</a:t>
            </a:r>
            <a:endParaRPr lang="en-US" sz="2900" dirty="0"/>
          </a:p>
        </p:txBody>
      </p:sp>
      <p:sp>
        <p:nvSpPr>
          <p:cNvPr id="8" name="Text 5"/>
          <p:cNvSpPr txBox="1"/>
          <p:nvPr/>
        </p:nvSpPr>
        <p:spPr>
          <a:xfrm>
            <a:off x="365760" y="102412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900" kern="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STAY IN TOUCH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65760" y="1298448"/>
            <a:ext cx="0" cy="201168"/>
          </a:xfrm>
          <a:prstGeom prst="line">
            <a:avLst/>
          </a:prstGeom>
          <a:noFill/>
          <a:ln w="19050">
            <a:solidFill>
              <a:srgbClr val="5EC8F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02920" y="129844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Songti TC Light" pitchFamily="34" charset="0"/>
                <a:ea typeface="Songti TC Light" pitchFamily="34" charset="-122"/>
                <a:cs typeface="Songti TC Light" pitchFamily="34" charset="-120"/>
              </a:rPr>
              <a:t>掃描 QR Code：追蹤作品、私訊預約，出發前先看滑雪準備清單。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65760" y="1783080"/>
            <a:ext cx="2697480" cy="1371600"/>
          </a:xfrm>
          <a:prstGeom prst="rect">
            <a:avLst/>
          </a:prstGeom>
          <a:solidFill>
            <a:srgbClr val="0F2640"/>
          </a:solidFill>
          <a:ln w="9525">
            <a:solidFill>
              <a:srgbClr val="24405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7200" y="1874520"/>
            <a:ext cx="11887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3" name="Image 1" descr="qr_i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920240"/>
            <a:ext cx="1097280" cy="109728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783080" y="194767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9FB0C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  INSTAGRAM</a:t>
            </a:r>
            <a:endParaRPr lang="en-US" sz="750" dirty="0"/>
          </a:p>
        </p:txBody>
      </p:sp>
      <p:sp>
        <p:nvSpPr>
          <p:cNvPr id="15" name="Text 11"/>
          <p:cNvSpPr txBox="1"/>
          <p:nvPr/>
        </p:nvSpPr>
        <p:spPr>
          <a:xfrm>
            <a:off x="1783080" y="217627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EC8F0"/>
                </a:solidFill>
                <a:latin typeface="Songti TC Light" pitchFamily="34" charset="0"/>
                <a:ea typeface="Songti TC Light" pitchFamily="34" charset="-122"/>
                <a:cs typeface="Songti TC Light" pitchFamily="34" charset="-120"/>
              </a:rPr>
              <a:t>IG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1783080" y="251460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@snowsurfstudio</a:t>
            </a:r>
            <a:endParaRPr lang="en-US" sz="1000" dirty="0"/>
          </a:p>
        </p:txBody>
      </p:sp>
      <p:sp>
        <p:nvSpPr>
          <p:cNvPr id="17" name="Text 13"/>
          <p:cNvSpPr txBox="1"/>
          <p:nvPr/>
        </p:nvSpPr>
        <p:spPr>
          <a:xfrm>
            <a:off x="1783080" y="276148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9D4E2"/>
                </a:solidFill>
                <a:latin typeface="Songti TC Light" pitchFamily="34" charset="0"/>
                <a:ea typeface="Songti TC Light" pitchFamily="34" charset="-122"/>
                <a:cs typeface="Songti TC Light" pitchFamily="34" charset="-120"/>
              </a:rPr>
              <a:t>看作品・私訊預約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3227832" y="1783080"/>
            <a:ext cx="2697480" cy="1371600"/>
          </a:xfrm>
          <a:prstGeom prst="rect">
            <a:avLst/>
          </a:prstGeom>
          <a:solidFill>
            <a:srgbClr val="0F2640"/>
          </a:solidFill>
          <a:ln w="9525">
            <a:solidFill>
              <a:srgbClr val="24405E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3319272" y="1874520"/>
            <a:ext cx="11887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0" name="Image 2" descr="qr_lin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4992" y="1920240"/>
            <a:ext cx="1097280" cy="109728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4645152" y="194767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9FB0C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  LINE</a:t>
            </a:r>
            <a:endParaRPr lang="en-US" sz="750" dirty="0"/>
          </a:p>
        </p:txBody>
      </p:sp>
      <p:sp>
        <p:nvSpPr>
          <p:cNvPr id="22" name="Text 17"/>
          <p:cNvSpPr txBox="1"/>
          <p:nvPr/>
        </p:nvSpPr>
        <p:spPr>
          <a:xfrm>
            <a:off x="4645152" y="217627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EC8F0"/>
                </a:solidFill>
                <a:latin typeface="Songti TC Light" pitchFamily="34" charset="0"/>
                <a:ea typeface="Songti TC Light" pitchFamily="34" charset="-122"/>
                <a:cs typeface="Songti TC Light" pitchFamily="34" charset="-120"/>
              </a:rPr>
              <a:t>LINE</a:t>
            </a:r>
            <a:endParaRPr lang="en-US" sz="1400" dirty="0"/>
          </a:p>
        </p:txBody>
      </p:sp>
      <p:sp>
        <p:nvSpPr>
          <p:cNvPr id="23" name="Text 18"/>
          <p:cNvSpPr txBox="1"/>
          <p:nvPr/>
        </p:nvSpPr>
        <p:spPr>
          <a:xfrm>
            <a:off x="4645152" y="251460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ongti TC Light" pitchFamily="34" charset="0"/>
                <a:ea typeface="Songti TC Light" pitchFamily="34" charset="-122"/>
                <a:cs typeface="Songti TC Light" pitchFamily="34" charset="-120"/>
              </a:rPr>
              <a:t>官方帳號</a:t>
            </a:r>
            <a:endParaRPr lang="en-US" sz="1000" dirty="0"/>
          </a:p>
        </p:txBody>
      </p:sp>
      <p:sp>
        <p:nvSpPr>
          <p:cNvPr id="24" name="Text 19"/>
          <p:cNvSpPr txBox="1"/>
          <p:nvPr/>
        </p:nvSpPr>
        <p:spPr>
          <a:xfrm>
            <a:off x="4645152" y="276148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9D4E2"/>
                </a:solidFill>
                <a:latin typeface="Songti TC Light" pitchFamily="34" charset="0"/>
                <a:ea typeface="Songti TC Light" pitchFamily="34" charset="-122"/>
                <a:cs typeface="Songti TC Light" pitchFamily="34" charset="-120"/>
              </a:rPr>
              <a:t>諮詢方案・預約日期</a:t>
            </a:r>
            <a:endParaRPr lang="en-US" sz="850" dirty="0"/>
          </a:p>
        </p:txBody>
      </p:sp>
      <p:sp>
        <p:nvSpPr>
          <p:cNvPr id="25" name="Shape 20"/>
          <p:cNvSpPr/>
          <p:nvPr/>
        </p:nvSpPr>
        <p:spPr>
          <a:xfrm>
            <a:off x="6089904" y="1783080"/>
            <a:ext cx="2697480" cy="1371600"/>
          </a:xfrm>
          <a:prstGeom prst="rect">
            <a:avLst/>
          </a:prstGeom>
          <a:solidFill>
            <a:srgbClr val="0F2640"/>
          </a:solidFill>
          <a:ln w="9525">
            <a:solidFill>
              <a:srgbClr val="24405E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6181344" y="1874520"/>
            <a:ext cx="11887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7" name="Image 3" descr="qr_lis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7064" y="1920240"/>
            <a:ext cx="1097280" cy="1097280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7507224" y="194767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9FB0C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  CHECKLIST</a:t>
            </a:r>
            <a:endParaRPr lang="en-US" sz="750" dirty="0"/>
          </a:p>
        </p:txBody>
      </p:sp>
      <p:sp>
        <p:nvSpPr>
          <p:cNvPr id="29" name="Text 23"/>
          <p:cNvSpPr txBox="1"/>
          <p:nvPr/>
        </p:nvSpPr>
        <p:spPr>
          <a:xfrm>
            <a:off x="7507224" y="217627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EC8F0"/>
                </a:solidFill>
                <a:latin typeface="Songti TC Light" pitchFamily="34" charset="0"/>
                <a:ea typeface="Songti TC Light" pitchFamily="34" charset="-122"/>
                <a:cs typeface="Songti TC Light" pitchFamily="34" charset="-120"/>
              </a:rPr>
              <a:t>滑雪準備清單</a:t>
            </a:r>
            <a:endParaRPr lang="en-US" sz="1400" dirty="0"/>
          </a:p>
        </p:txBody>
      </p:sp>
      <p:sp>
        <p:nvSpPr>
          <p:cNvPr id="30" name="Text 24"/>
          <p:cNvSpPr txBox="1"/>
          <p:nvPr/>
        </p:nvSpPr>
        <p:spPr>
          <a:xfrm>
            <a:off x="7507224" y="251460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ongti TC Light" pitchFamily="34" charset="0"/>
                <a:ea typeface="Songti TC Light" pitchFamily="34" charset="-122"/>
                <a:cs typeface="Songti TC Light" pitchFamily="34" charset="-120"/>
              </a:rPr>
              <a:t>出發前必看</a:t>
            </a:r>
            <a:endParaRPr lang="en-US" sz="1000" dirty="0"/>
          </a:p>
        </p:txBody>
      </p:sp>
      <p:sp>
        <p:nvSpPr>
          <p:cNvPr id="31" name="Text 25"/>
          <p:cNvSpPr txBox="1"/>
          <p:nvPr/>
        </p:nvSpPr>
        <p:spPr>
          <a:xfrm>
            <a:off x="7507224" y="276148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9D4E2"/>
                </a:solidFill>
                <a:latin typeface="Songti TC Light" pitchFamily="34" charset="0"/>
                <a:ea typeface="Songti TC Light" pitchFamily="34" charset="-122"/>
                <a:cs typeface="Songti TC Light" pitchFamily="34" charset="-120"/>
              </a:rPr>
              <a:t>裝備・服裝・行前準備</a:t>
            </a:r>
            <a:endParaRPr lang="en-US" sz="850" dirty="0"/>
          </a:p>
        </p:txBody>
      </p:sp>
      <p:sp>
        <p:nvSpPr>
          <p:cNvPr id="32" name="Text 26"/>
          <p:cNvSpPr txBox="1"/>
          <p:nvPr/>
        </p:nvSpPr>
        <p:spPr>
          <a:xfrm>
            <a:off x="365760" y="327355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9FB0C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FROM THE MOUNTAINS  /  拍攝實例</a:t>
            </a:r>
            <a:endParaRPr lang="en-US" sz="800" dirty="0"/>
          </a:p>
        </p:txBody>
      </p:sp>
      <p:pic>
        <p:nvPicPr>
          <p:cNvPr id="33" name="Image 4" descr="ph1.jp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365760" y="3520440"/>
            <a:ext cx="1993392" cy="1234440"/>
          </a:xfrm>
          <a:prstGeom prst="rect">
            <a:avLst/>
          </a:prstGeom>
        </p:spPr>
      </p:pic>
      <p:pic>
        <p:nvPicPr>
          <p:cNvPr id="34" name="Image 5" descr="ph2.jp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2505456" y="3520440"/>
            <a:ext cx="1993392" cy="1234440"/>
          </a:xfrm>
          <a:prstGeom prst="rect">
            <a:avLst/>
          </a:prstGeom>
        </p:spPr>
      </p:pic>
      <p:pic>
        <p:nvPicPr>
          <p:cNvPr id="35" name="Image 6" descr="ph3.jp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4645152" y="3520440"/>
            <a:ext cx="1993392" cy="1234440"/>
          </a:xfrm>
          <a:prstGeom prst="rect">
            <a:avLst/>
          </a:prstGeom>
        </p:spPr>
      </p:pic>
      <p:pic>
        <p:nvPicPr>
          <p:cNvPr id="36" name="Image 7" descr="ph4.jp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6784848" y="3520440"/>
            <a:ext cx="1993392" cy="1234440"/>
          </a:xfrm>
          <a:prstGeom prst="rect">
            <a:avLst/>
          </a:prstGeom>
        </p:spPr>
      </p:pic>
      <p:sp>
        <p:nvSpPr>
          <p:cNvPr id="37" name="Text 27"/>
          <p:cNvSpPr txBox="1"/>
          <p:nvPr/>
        </p:nvSpPr>
        <p:spPr>
          <a:xfrm>
            <a:off x="365760" y="493776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9FB0C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RIDE FURTHER · LIVE DEEPER</a:t>
            </a:r>
            <a:endParaRPr lang="en-US" sz="700" dirty="0"/>
          </a:p>
        </p:txBody>
      </p:sp>
      <p:sp>
        <p:nvSpPr>
          <p:cNvPr id="38" name="Text 28"/>
          <p:cNvSpPr txBox="1"/>
          <p:nvPr/>
        </p:nvSpPr>
        <p:spPr>
          <a:xfrm>
            <a:off x="6035040" y="493776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spc="300" kern="0" dirty="0">
                <a:solidFill>
                  <a:srgbClr val="9FB0C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@snowsurfstudio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2026-09-23T12:51:57Z</dcterms:created>
  <dcterms:modified xsi:type="dcterms:W3CDTF">2026-09-23T12:51:57Z</dcterms:modified>
</cp:coreProperties>
</file>