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m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0"/>
            <a:ext cx="5852160" cy="2148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228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SNOWSURF STUDIO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2057400" y="320040"/>
            <a:ext cx="457200" cy="0"/>
          </a:xfrm>
          <a:prstGeom prst="line">
            <a:avLst/>
          </a:prstGeom>
          <a:noFill/>
          <a:ln w="6350">
            <a:solidFill>
              <a:srgbClr val="9FB0C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651760" y="228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CONTACT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MORE SNOW</a:t>
            </a:r>
            <a:endParaRPr lang="en-US" sz="750" dirty="0"/>
          </a:p>
          <a:p>
            <a:pPr algn="r" indent="0" marL="0">
              <a:buNone/>
            </a:pPr>
            <a:r>
              <a:rPr lang="en-US" sz="750" spc="300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BETTER MEMORIES.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留下你的雪季，</a:t>
            </a:r>
            <a:pPr indent="0" marL="0">
              <a:buNone/>
            </a:pPr>
            <a:r>
              <a:rPr lang="en-US" sz="2900" b="1" dirty="0">
                <a:solidFill>
                  <a:srgbClr val="5EC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從這裡開始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10241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900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STAY IN TOUCH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1298448"/>
            <a:ext cx="0" cy="201168"/>
          </a:xfrm>
          <a:prstGeom prst="line">
            <a:avLst/>
          </a:prstGeom>
          <a:noFill/>
          <a:ln w="19050">
            <a:solidFill>
              <a:srgbClr val="5EC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2984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掃描 QR Code：追蹤作品、私訊預約，出發前先看滑雪準備清單。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1783080"/>
            <a:ext cx="2697480" cy="1371600"/>
          </a:xfrm>
          <a:prstGeom prst="rect">
            <a:avLst/>
          </a:prstGeom>
          <a:solidFill>
            <a:srgbClr val="0F2640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87452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qr_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1097280" cy="10972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83080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  INSTAGRAM</a:t>
            </a:r>
            <a:endParaRPr lang="en-US" sz="750" dirty="0"/>
          </a:p>
        </p:txBody>
      </p:sp>
      <p:sp>
        <p:nvSpPr>
          <p:cNvPr id="15" name="Text 11"/>
          <p:cNvSpPr txBox="1"/>
          <p:nvPr/>
        </p:nvSpPr>
        <p:spPr>
          <a:xfrm>
            <a:off x="1783080" y="2176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C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IG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783080" y="2514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@snowsurfstudio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783080" y="2761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4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看作品・私訊預約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27832" y="1783080"/>
            <a:ext cx="2697480" cy="1371600"/>
          </a:xfrm>
          <a:prstGeom prst="rect">
            <a:avLst/>
          </a:prstGeom>
          <a:solidFill>
            <a:srgbClr val="0F2640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19272" y="187452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qr_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920240"/>
            <a:ext cx="1097280" cy="10972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45152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  LINE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4645152" y="2176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C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LINE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645152" y="2514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官方帳號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645152" y="2761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4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諮詢方案・預約日期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089904" y="1783080"/>
            <a:ext cx="2697480" cy="1371600"/>
          </a:xfrm>
          <a:prstGeom prst="rect">
            <a:avLst/>
          </a:prstGeom>
          <a:solidFill>
            <a:srgbClr val="0F2640"/>
          </a:solidFill>
          <a:ln w="9525">
            <a:solidFill>
              <a:srgbClr val="24405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81344" y="187452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3" descr="qr_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920240"/>
            <a:ext cx="1097280" cy="10972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07224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  CHECKLIST</a:t>
            </a:r>
            <a:endParaRPr lang="en-US" sz="750" dirty="0"/>
          </a:p>
        </p:txBody>
      </p:sp>
      <p:sp>
        <p:nvSpPr>
          <p:cNvPr id="29" name="Text 23"/>
          <p:cNvSpPr txBox="1"/>
          <p:nvPr/>
        </p:nvSpPr>
        <p:spPr>
          <a:xfrm>
            <a:off x="7507224" y="2176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C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滑雪準備清單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507224" y="2514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出發前必看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507224" y="2761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4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裝備・服裝・行前準備</a:t>
            </a:r>
            <a:endParaRPr lang="en-US" sz="850" dirty="0"/>
          </a:p>
        </p:txBody>
      </p:sp>
      <p:sp>
        <p:nvSpPr>
          <p:cNvPr id="32" name="Text 26"/>
          <p:cNvSpPr txBox="1"/>
          <p:nvPr/>
        </p:nvSpPr>
        <p:spPr>
          <a:xfrm>
            <a:off x="365760" y="32735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FROM THE MOUNTAINS  /  拍攝實例</a:t>
            </a:r>
            <a:endParaRPr lang="en-US" sz="800" dirty="0"/>
          </a:p>
        </p:txBody>
      </p:sp>
      <p:pic>
        <p:nvPicPr>
          <p:cNvPr id="33" name="Image 4" descr="ph1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5760" y="3520440"/>
            <a:ext cx="1993392" cy="1234440"/>
          </a:xfrm>
          <a:prstGeom prst="rect">
            <a:avLst/>
          </a:prstGeom>
        </p:spPr>
      </p:pic>
      <p:pic>
        <p:nvPicPr>
          <p:cNvPr id="34" name="Image 5" descr="ph2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505456" y="3520440"/>
            <a:ext cx="1993392" cy="1234440"/>
          </a:xfrm>
          <a:prstGeom prst="rect">
            <a:avLst/>
          </a:prstGeom>
        </p:spPr>
      </p:pic>
      <p:pic>
        <p:nvPicPr>
          <p:cNvPr id="35" name="Image 6" descr="ph3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45152" y="3520440"/>
            <a:ext cx="1993392" cy="1234440"/>
          </a:xfrm>
          <a:prstGeom prst="rect">
            <a:avLst/>
          </a:prstGeom>
        </p:spPr>
      </p:pic>
      <p:pic>
        <p:nvPicPr>
          <p:cNvPr id="36" name="Image 7" descr="ph4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84848" y="3520440"/>
            <a:ext cx="1993392" cy="123444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365760" y="4937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RIDE FURTHER · LIVE DEEPER</a:t>
            </a:r>
            <a:endParaRPr lang="en-US" sz="700" dirty="0"/>
          </a:p>
        </p:txBody>
      </p:sp>
      <p:sp>
        <p:nvSpPr>
          <p:cNvPr id="38" name="Text 28"/>
          <p:cNvSpPr txBox="1"/>
          <p:nvPr/>
        </p:nvSpPr>
        <p:spPr>
          <a:xfrm>
            <a:off x="6035040" y="4937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@snowsurfstudio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2026-09-23T12:47:42Z</dcterms:created>
  <dcterms:modified xsi:type="dcterms:W3CDTF">2026-09-23T12:47:42Z</dcterms:modified>
</cp:coreProperties>
</file>