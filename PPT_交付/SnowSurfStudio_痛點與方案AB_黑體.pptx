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ader_m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0"/>
            <a:ext cx="5852160" cy="2148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228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SNOWSURF STUDIO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2057400" y="320040"/>
            <a:ext cx="457200" cy="0"/>
          </a:xfrm>
          <a:prstGeom prst="line">
            <a:avLst/>
          </a:prstGeom>
          <a:noFill/>
          <a:ln w="6350">
            <a:solidFill>
              <a:srgbClr val="9FB0C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2651760" y="228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PRIVATE SKI PHOTO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82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MORE SNOW</a:t>
            </a:r>
            <a:endParaRPr lang="en-US" sz="75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BETTER MEMORIES.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572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好不容易滑出滿意的一趟，卻</a:t>
            </a:r>
            <a:pPr indent="0" marL="0">
              <a:buNone/>
            </a:pPr>
            <a:r>
              <a:rPr lang="en-US" sz="2900" b="1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沒有人幫你拍</a:t>
            </a:r>
            <a:endParaRPr lang="en-US" sz="29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0241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900" kern="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YOU RIDE  ·  WE CAPTURE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298448"/>
            <a:ext cx="0" cy="201168"/>
          </a:xfrm>
          <a:prstGeom prst="line">
            <a:avLst/>
          </a:prstGeom>
          <a:noFill/>
          <a:ln w="19050">
            <a:solidFill>
              <a:srgbClr val="5EC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2984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你專心滑，我負責記錄——把雪場的一天，完整留下來。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PAIN POINTS  /  痛點</a:t>
            </a:r>
            <a:endParaRPr lang="en-US" sz="900" dirty="0"/>
          </a:p>
        </p:txBody>
      </p:sp>
      <p:pic>
        <p:nvPicPr>
          <p:cNvPr id="12" name="Image 1" descr="ic_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2539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3504" y="1993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滿意的那一趟，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沒人拍到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" y="22585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好不容易滑出漂亮的 Turn，回頭只剩記憶，手上沒有一張照片。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" y="2688336"/>
            <a:ext cx="233172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16" name="Image 2" descr="ic_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75204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3504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Insta360 只有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第一視角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" y="30083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拍得到雪道，拍不到正在滑行的你。沒有第三視角，看不到自己的動作。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3504" y="3438144"/>
            <a:ext cx="2331720" cy="0"/>
          </a:xfrm>
          <a:prstGeom prst="line">
            <a:avLst/>
          </a:prstGeom>
          <a:noFill/>
          <a:ln w="6350">
            <a:solidFill>
              <a:srgbClr val="24405E"/>
            </a:solidFill>
            <a:prstDash val="solid"/>
          </a:ln>
        </p:spPr>
      </p:sp>
      <p:pic>
        <p:nvPicPr>
          <p:cNvPr id="20" name="Image 3" descr="ic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25012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3504" y="34930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架手機，</a:t>
            </a:r>
            <a:pPr indent="0" marL="0">
              <a:buNone/>
            </a:pPr>
            <a:r>
              <a:rPr lang="en-US" sz="1200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節奏被打斷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03504" y="3758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9D4E2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每滑幾趟就要停下來找角度、按計時、再爬回去，一天被切得零零碎碎。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65760" y="4261104"/>
            <a:ext cx="2569464" cy="512064"/>
          </a:xfrm>
          <a:prstGeom prst="rect">
            <a:avLst/>
          </a:prstGeom>
          <a:solidFill>
            <a:srgbClr val="0F2640"/>
          </a:solidFill>
          <a:ln w="9525">
            <a:solidFill>
              <a:srgbClr val="2E6B8F"/>
            </a:solidFill>
            <a:prstDash val="solid"/>
          </a:ln>
        </p:spPr>
      </p:sp>
      <p:pic>
        <p:nvPicPr>
          <p:cNvPr id="24" name="Image 4" descr="ic_c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43484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8096" y="426110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想留下你的雪季？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C8F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私訊預約拍攝 ↓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3429000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PLAN A  /  2 小時滑雪攝影</a:t>
            </a:r>
            <a:endParaRPr lang="en-US" sz="900" dirty="0"/>
          </a:p>
        </p:txBody>
      </p:sp>
      <p:pic>
        <p:nvPicPr>
          <p:cNvPr id="27" name="Image 5" descr="poster6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938528"/>
            <a:ext cx="2340864" cy="29260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254496" y="169164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PLAN B  /  5 小時陪滑攝影</a:t>
            </a:r>
            <a:endParaRPr lang="en-US" sz="900" dirty="0"/>
          </a:p>
        </p:txBody>
      </p:sp>
      <p:pic>
        <p:nvPicPr>
          <p:cNvPr id="29" name="Image 6" descr="poster7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1938528"/>
            <a:ext cx="2340864" cy="29260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6576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RIDE FURTHER · LIVE DEEPER</a:t>
            </a:r>
            <a:endParaRPr lang="en-US" sz="700" dirty="0"/>
          </a:p>
        </p:txBody>
      </p:sp>
      <p:sp>
        <p:nvSpPr>
          <p:cNvPr id="31" name="Text 22"/>
          <p:cNvSpPr txBox="1"/>
          <p:nvPr/>
        </p:nvSpPr>
        <p:spPr>
          <a:xfrm>
            <a:off x="6035040" y="4937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9FB0C6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@snowsurfstudio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2026-09-23T12:47:42Z</dcterms:created>
  <dcterms:modified xsi:type="dcterms:W3CDTF">2026-09-23T12:47:42Z</dcterms:modified>
</cp:coreProperties>
</file>